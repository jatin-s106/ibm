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reerCompass" id="{ccf944c0-c2f0-63bf-63d1-4fb96bc032f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free AI career guide that matches skills to careers, builds a roadmap, scores resumes and coaches interviews.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4338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CareerCompass AI  |  SDG 8: Decent Work &amp; Economic Growth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486400" cy="5486400"/>
          </a:xfrm>
          <a:prstGeom prst="ellipse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600200"/>
            <a:ext cx="14630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CareerCompass AI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0E7FF"/>
                </a:solidFill>
              </a:rPr>
              <a:t>Skill-based Career Recommender, Resume Builder &amp; Interview Coach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IBM SkillsBuild  |  Masterclass 5: Creating Real-Life Projects  |  SDG 8: Decent Work &amp; Economic Growth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</a:rPr>
              <a:t>Presented by: JATIN MAHAVIR SHARMA   |   Internship ID: IBMUEML004570   |   Class: TYIT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08760"/>
            <a:ext cx="82296" cy="21031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38CA"/>
                </a:solidFill>
              </a:rPr>
              <a:t>Which career fits me?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Graduates in Tier-2/3 cities rarely get career counselling and do not know their best-fit roles.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51960" y="137160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1960" y="1508760"/>
            <a:ext cx="82296" cy="21031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463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What should I learn?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01168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Skill gaps are unclear and free learning resources are scattered.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508760"/>
            <a:ext cx="82296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Why am I rejected?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1168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Weak resumes and no interview practice reduce chances.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062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338CA"/>
                </a:solidFill>
              </a:rPr>
              <a:t>"Many skilled individuals in Tier-2/3 cities face employment challenges. This AI project suggests personalised career paths based on skills and location, and makes users job-ready."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SDG 8 Alignment &amp;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47548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08760"/>
            <a:ext cx="82296" cy="44805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38CA"/>
                </a:solidFill>
              </a:rPr>
              <a:t>UN SDG 8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429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1B4B"/>
                </a:solidFill>
              </a:rPr>
              <a:t>Decent Work and Economic Growth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1B4B"/>
                </a:solidFill>
              </a:rPr>
              <a:t>Target 8.5: productive employment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1B4B"/>
                </a:solidFill>
              </a:rPr>
              <a:t>Target 8.6: youth employment and training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1B4B"/>
                </a:solidFill>
              </a:rPr>
              <a:t>Target 8.b: youth employment strategy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463040"/>
            <a:ext cx="7040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E1B4B"/>
                </a:solidFill>
              </a:rPr>
              <a:t>Rank 15 careers from 42 skills with location and remote factors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E1B4B"/>
                </a:solidFill>
              </a:rPr>
              <a:t>Skill-gap roadmap with weeks and free resources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E1B4B"/>
                </a:solidFill>
              </a:rPr>
              <a:t>Resume builder with 0-100 score and PDF export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E1B4B"/>
                </a:solidFill>
              </a:rPr>
              <a:t>Mock interview with instant feedback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E1B4B"/>
                </a:solidFill>
              </a:rPr>
              <a:t>Dashboard to track plans, resumes and practice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Solution: 6 Smart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08760"/>
            <a:ext cx="82296" cy="2057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38CA"/>
                </a:solidFill>
              </a:rPr>
              <a:t>Career Matcher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Top matches by skills, city tier and remote option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51960" y="137160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1960" y="1508760"/>
            <a:ext cx="82296" cy="2057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</a:rPr>
              <a:t>Career Explorer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0116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Salary, demand and key skills of every role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508760"/>
            <a:ext cx="82296" cy="20574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Skill-gap Roadmap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116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Missing skills, weeks, free courses, progress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69080"/>
            <a:ext cx="82296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Resume Builder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57200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Structured resume, score with tips, PDF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51960" y="393192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4069080"/>
            <a:ext cx="82296" cy="2057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38CA"/>
                </a:solidFill>
              </a:rPr>
              <a:t>Mock Interview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57200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HR + technical questions with feedback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46720" y="393192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4069080"/>
            <a:ext cx="82296" cy="2057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</a:rPr>
              <a:t>Dashboard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57200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Saved plans, resumes, practice history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How the Career Match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0"/>
            <a:ext cx="2011680" cy="2011680"/>
          </a:xfrm>
          <a:prstGeom prst="roundRect">
            <a:avLst>
              <a:gd name="adj" fmla="val 6818"/>
            </a:avLst>
          </a:prstGeom>
          <a:solidFill>
            <a:srgbClr val="4338C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031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Skills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You pick from 42 skills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338CA"/>
                </a:solidFill>
              </a:rPr>
              <a:t>&gt;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0" y="2011680"/>
            <a:ext cx="2011680" cy="2011680"/>
          </a:xfrm>
          <a:prstGeom prst="roundRect">
            <a:avLst>
              <a:gd name="adj" fmla="val 6818"/>
            </a:avLst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21031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Weights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Each career values skills 1 to 3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338CA"/>
                </a:solidFill>
              </a:rPr>
              <a:t>&gt;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0" y="2011680"/>
            <a:ext cx="2011680" cy="2011680"/>
          </a:xfrm>
          <a:prstGeom prst="roundRect">
            <a:avLst>
              <a:gd name="adj" fmla="val 6818"/>
            </a:avLst>
          </a:prstGeom>
          <a:solidFill>
            <a:srgbClr val="4338C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21031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Skill match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85% of final score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338CA"/>
                </a:solidFill>
              </a:rPr>
              <a:t>&gt;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315200" y="2011680"/>
            <a:ext cx="2011680" cy="2011680"/>
          </a:xfrm>
          <a:prstGeom prst="roundRect">
            <a:avLst>
              <a:gd name="adj" fmla="val 6818"/>
            </a:avLst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0" y="21031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Location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15%: tier-wise jobs or remote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338CA"/>
                </a:solidFill>
              </a:rPr>
              <a:t>&gt;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601200" y="2011680"/>
            <a:ext cx="2011680" cy="2011680"/>
          </a:xfrm>
          <a:prstGeom prst="roundRect">
            <a:avLst>
              <a:gd name="adj" fmla="val 6818"/>
            </a:avLst>
          </a:prstGeom>
          <a:solidFill>
            <a:srgbClr val="4338C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0" y="21031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Ranked careers + gaps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Tech: Python | Flask | SQLite | Jinja2 | ReportLab   -   runs fully offline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Lean Canvas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08760"/>
            <a:ext cx="82296" cy="20574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Problem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No career guidance, unclear skill gaps, weak resumes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51960" y="137160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1960" y="1508760"/>
            <a:ext cx="82296" cy="2057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38CA"/>
                </a:solidFill>
              </a:rPr>
              <a:t>Solution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0116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Matcher, roadmap, resume builder, mock interview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508760"/>
            <a:ext cx="82296" cy="2057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</a:rPr>
              <a:t>Value Proposition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116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Job-ready plan in 5 minutes: free and city-aware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69080"/>
            <a:ext cx="82296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Customers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57200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Final-year students, fresh graduates, placement cells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51960" y="393192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4069080"/>
            <a:ext cx="82296" cy="2057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38CA"/>
                </a:solidFill>
              </a:rPr>
              <a:t>Channels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57200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Colleges, social media, skilling partners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46720" y="393192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4069080"/>
            <a:ext cx="82296" cy="2057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</a:rPr>
              <a:t>Revenue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57200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Freemium Rs 149/month, college licences, recruiter access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Quality: Tested End to End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338CA"/>
                </a:solidFill>
              </a:rPr>
              <a:t>20</a:t>
            </a:r>
            <a:endParaRPr lang="en-US" sz="54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automated tests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4630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338CA"/>
                </a:solidFill>
              </a:rPr>
              <a:t>100%</a:t>
            </a:r>
            <a:endParaRPr lang="en-US" sz="54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tests passing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126480" y="14630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338CA"/>
                </a:solidFill>
              </a:rPr>
              <a:t>15</a:t>
            </a:r>
            <a:endParaRPr lang="en-US" sz="54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careers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14630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338CA"/>
                </a:solidFill>
              </a:rPr>
              <a:t>42</a:t>
            </a:r>
            <a:endParaRPr lang="en-US" sz="54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skills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5760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1B4B"/>
                </a:solidFill>
              </a:rPr>
              <a:t>Validation: bad emails, phones, blank and unknown inputs rejected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1B4B"/>
                </a:solidFill>
              </a:rPr>
              <a:t>Security: hashed passwords, CSRF tokens, XSS escaping, per-user data isolation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1B4B"/>
                </a:solidFill>
              </a:rPr>
              <a:t>Every page, PDF export and workflow verified, plus live-server check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Impact &amp;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08760"/>
            <a:ext cx="82296" cy="43891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38CA"/>
                </a:solidFill>
              </a:rPr>
              <a:t>Expected Impact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1B4B"/>
                </a:solidFill>
              </a:rPr>
              <a:t>Confident career choices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1B4B"/>
                </a:solidFill>
              </a:rPr>
              <a:t>Guidance for Tier-2/3 youth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1B4B"/>
                </a:solidFill>
              </a:rPr>
              <a:t>Better resumes and interview skills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1B4B"/>
                </a:solidFill>
              </a:rPr>
              <a:t>Supports college placement cells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508760"/>
            <a:ext cx="82296" cy="4389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4630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</a:rPr>
              <a:t>Future Scope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01168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1B4B"/>
                </a:solidFill>
              </a:rPr>
              <a:t>Live job listings API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1B4B"/>
                </a:solidFill>
              </a:rPr>
              <a:t>Resume upload and parsing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1B4B"/>
                </a:solidFill>
              </a:rPr>
              <a:t>AI-based interview evaluation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1B4B"/>
                </a:solidFill>
              </a:rPr>
              <a:t>Regional languages and mobile app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1B4B"/>
                </a:solidFill>
              </a:rPr>
              <a:t>Recruiter portal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E7FF"/>
                </a:solidFill>
              </a:rPr>
              <a:t>CareerCompass AI: from skills to a job-ready plan.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0E7FF"/>
                </a:solidFill>
              </a:rPr>
              <a:t>Guidance is indicative; salaries vary by company and city.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JATIN MAHAVIR SHARMA  |  Internship ID: IBMUEML004570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eerCompass">
  <a:themeElements>
    <a:clrScheme name="CareerCompass">
      <a:dk1>
        <a:srgbClr val="1E1B4B"/>
      </a:dk1>
      <a:lt1>
        <a:srgbClr val="FFFFFF"/>
      </a:lt1>
      <a:dk2>
        <a:srgbClr val="4338CA"/>
      </a:dk2>
      <a:lt2>
        <a:srgbClr val="F5F3FF"/>
      </a:lt2>
      <a:accent1>
        <a:srgbClr val="4338CA"/>
      </a:accent1>
      <a:accent2>
        <a:srgbClr val="F59E0B"/>
      </a:accent2>
      <a:accent3>
        <a:srgbClr val="6366F1"/>
      </a:accent3>
      <a:accent4>
        <a:srgbClr val="F59E0B"/>
      </a:accent4>
      <a:accent5>
        <a:srgbClr val="B91C1C"/>
      </a:accent5>
      <a:accent6>
        <a:srgbClr val="64748B"/>
      </a:accent6>
      <a:hlink>
        <a:srgbClr val="4338CA"/>
      </a:hlink>
      <a:folHlink>
        <a:srgbClr val="64748B"/>
      </a:folHlink>
    </a:clrScheme>
    <a:fontScheme name="CareerCompas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CareerCompass AI</dc:title>
  <dc:subject>PptxGenJS Presentation</dc:subject>
  <dc:creator>PptxGenJS</dc:creator>
  <cp:lastModifiedBy>PptxGenJS</cp:lastModifiedBy>
  <cp:revision>1</cp:revision>
  <dcterms:created xsi:type="dcterms:W3CDTF">2026-10-08T08:03:17Z</dcterms:created>
  <dcterms:modified xsi:type="dcterms:W3CDTF">2026-10-08T08:03:17Z</dcterms:modified>
</cp:coreProperties>
</file>